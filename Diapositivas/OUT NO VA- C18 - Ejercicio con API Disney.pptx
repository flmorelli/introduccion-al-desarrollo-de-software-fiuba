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Roboto Serif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Serif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Serif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Serif-italic.fntdata"/><Relationship Id="rId6" Type="http://schemas.openxmlformats.org/officeDocument/2006/relationships/slide" Target="slides/slide1.xml"/><Relationship Id="rId18" Type="http://schemas.openxmlformats.org/officeDocument/2006/relationships/font" Target="fonts/RobotoSerif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f1f08e7f1e_0_34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f1f08e7f1e_0_34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f1f0f19ada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1f1f0f19ada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f1f08e7f1e_0_34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f1f08e7f1e_0_34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f1f0e37db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1f1f0e37db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d38b0bb132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2d38b0bb132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1f2c97e9db1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1f2c97e9db1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d38b0bb132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d38b0bb132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d38b0bb132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d38b0bb132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d38b0bb132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d38b0bb132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1f50da5d076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1f50da5d076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f1f08e7f1e_0_34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1f1f08e7f1e_0_3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Final" type="title">
  <p:cSld name="TITLE">
    <p:bg>
      <p:bgPr>
        <a:solidFill>
          <a:srgbClr val="479FDE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1" name="Google Shape;1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654263"/>
            <a:ext cx="9144003" cy="34602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con título">
  <p:cSld name="TITLE_1">
    <p:bg>
      <p:bgPr>
        <a:solidFill>
          <a:srgbClr val="479FDE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8128803" y="16"/>
            <a:ext cx="1015200" cy="1015200"/>
          </a:xfrm>
          <a:prstGeom prst="rect">
            <a:avLst/>
          </a:prstGeom>
          <a:solidFill>
            <a:srgbClr val="479F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4" name="Google Shape;14;p3"/>
          <p:cNvSpPr/>
          <p:nvPr/>
        </p:nvSpPr>
        <p:spPr>
          <a:xfrm flipH="1">
            <a:off x="7113463" y="5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5" name="Google Shape;15;p3"/>
          <p:cNvSpPr/>
          <p:nvPr/>
        </p:nvSpPr>
        <p:spPr>
          <a:xfrm flipH="1" rot="10800000">
            <a:off x="7113588" y="107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6" name="Google Shape;16;p3"/>
          <p:cNvSpPr/>
          <p:nvPr/>
        </p:nvSpPr>
        <p:spPr>
          <a:xfrm rot="10800000">
            <a:off x="6098378" y="97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7" name="Google Shape;17;p3"/>
          <p:cNvSpPr/>
          <p:nvPr/>
        </p:nvSpPr>
        <p:spPr>
          <a:xfrm rot="10800000">
            <a:off x="8128789" y="1015375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8" name="Google Shape;18;p3"/>
          <p:cNvSpPr txBox="1"/>
          <p:nvPr>
            <p:ph type="ctrTitle"/>
          </p:nvPr>
        </p:nvSpPr>
        <p:spPr>
          <a:xfrm>
            <a:off x="460950" y="1053440"/>
            <a:ext cx="8222100" cy="15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Roboto Serif"/>
              <a:buNone/>
              <a:defRPr sz="4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0938" y="29287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21" name="Google Shape;21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69262"/>
            <a:ext cx="1473224" cy="5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>
  <p:cSld name="TITLE_1_1">
    <p:bg>
      <p:bgPr>
        <a:solidFill>
          <a:srgbClr val="479FDE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8128803" y="16"/>
            <a:ext cx="1015200" cy="1015200"/>
          </a:xfrm>
          <a:prstGeom prst="rect">
            <a:avLst/>
          </a:prstGeom>
          <a:solidFill>
            <a:srgbClr val="479F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4" name="Google Shape;24;p4"/>
          <p:cNvSpPr/>
          <p:nvPr/>
        </p:nvSpPr>
        <p:spPr>
          <a:xfrm flipH="1">
            <a:off x="7113463" y="5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5" name="Google Shape;25;p4"/>
          <p:cNvSpPr/>
          <p:nvPr/>
        </p:nvSpPr>
        <p:spPr>
          <a:xfrm flipH="1" rot="10800000">
            <a:off x="7113588" y="107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6" name="Google Shape;26;p4"/>
          <p:cNvSpPr/>
          <p:nvPr/>
        </p:nvSpPr>
        <p:spPr>
          <a:xfrm rot="10800000">
            <a:off x="6098378" y="97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7" name="Google Shape;27;p4"/>
          <p:cNvSpPr/>
          <p:nvPr/>
        </p:nvSpPr>
        <p:spPr>
          <a:xfrm rot="10800000">
            <a:off x="8128789" y="1015375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8" name="Google Shape;28;p4"/>
          <p:cNvSpPr txBox="1"/>
          <p:nvPr>
            <p:ph type="ctrTitle"/>
          </p:nvPr>
        </p:nvSpPr>
        <p:spPr>
          <a:xfrm>
            <a:off x="460950" y="1455827"/>
            <a:ext cx="8222100" cy="15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Roboto Serif"/>
              <a:buNone/>
              <a:defRPr sz="4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30" name="Google Shape;30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69262"/>
            <a:ext cx="1473224" cy="5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oogle Shape;32;p5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3" name="Google Shape;33;p5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4" name="Google Shape;34;p5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5" name="Google Shape;35;p5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rgbClr val="5FCB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6" name="Google Shape;36;p5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7" name="Google Shape;37;p5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</p:grpSp>
      <p:sp>
        <p:nvSpPr>
          <p:cNvPr id="38" name="Google Shape;38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39" name="Google Shape;39;p5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40" name="Google Shape;40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41" name="Google Shape;41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383974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5" name="Google Shape;45;p6"/>
          <p:cNvSpPr txBox="1"/>
          <p:nvPr>
            <p:ph idx="1" type="body"/>
          </p:nvPr>
        </p:nvSpPr>
        <p:spPr>
          <a:xfrm>
            <a:off x="311700" y="1017800"/>
            <a:ext cx="41505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2" type="body"/>
          </p:nvPr>
        </p:nvSpPr>
        <p:spPr>
          <a:xfrm>
            <a:off x="4681800" y="1017800"/>
            <a:ext cx="41505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pic>
        <p:nvPicPr>
          <p:cNvPr id="47" name="Google Shape;47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51" name="Google Shape;51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7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2400"/>
              <a:buFont typeface="Roboto Serif"/>
              <a:buNone/>
              <a:defRPr sz="24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55" name="Google Shape;55;p8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●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04800" lvl="1" marL="914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○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04800" lvl="2" marL="1371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■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04800" lvl="3" marL="1828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●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04800" lvl="4" marL="22860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○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04800" lvl="5" marL="2743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■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04800" lvl="6" marL="3200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●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04800" lvl="7" marL="3657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○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04800" lvl="8" marL="4114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■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56" name="Google Shape;56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57" name="Google Shape;57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A4DCEF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oogle Shape;59;p9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60" name="Google Shape;60;p9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1" name="Google Shape;61;p9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003E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2" name="Google Shape;62;p9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3" name="Google Shape;63;p9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5FCB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4" name="Google Shape;64;p9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5FCB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</p:grpSp>
      <p:sp>
        <p:nvSpPr>
          <p:cNvPr id="65" name="Google Shape;65;p9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3E6A"/>
              </a:buClr>
              <a:buSzPts val="4800"/>
              <a:buFont typeface="Roboto Serif"/>
              <a:buNone/>
              <a:defRPr sz="4800">
                <a:solidFill>
                  <a:srgbClr val="003E6A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66" name="Google Shape;66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67" name="Google Shape;67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SECTION_TITLE_AND_DESCRIPTION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rgbClr val="479F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0" name="Google Shape;70;p10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" name="Google Shape;71;p10"/>
          <p:cNvSpPr txBox="1"/>
          <p:nvPr>
            <p:ph type="title"/>
          </p:nvPr>
        </p:nvSpPr>
        <p:spPr>
          <a:xfrm>
            <a:off x="215725" y="2064450"/>
            <a:ext cx="4045200" cy="101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4200"/>
              <a:buFont typeface="Roboto Serif"/>
              <a:buNone/>
              <a:defRPr sz="42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72" name="Google Shape;72;p10"/>
          <p:cNvSpPr txBox="1"/>
          <p:nvPr>
            <p:ph idx="1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925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oboto Serif"/>
              <a:buChar char="●"/>
              <a:defRPr sz="19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2385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○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2385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■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2385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●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2385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○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2385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■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2385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●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2385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○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2385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■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73" name="Google Shape;73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74" name="Google Shape;7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70775" y="-1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rgbClr val="5FCBEF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80;p1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81" name="Google Shape;81;p1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0C9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2" name="Google Shape;82;p1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3" name="Google Shape;83;p1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4" name="Google Shape;84;p1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0C9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5" name="Google Shape;85;p1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</p:grpSp>
      <p:sp>
        <p:nvSpPr>
          <p:cNvPr id="86" name="Google Shape;86;p12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r>
              <a:t>xx%</a:t>
            </a:r>
          </a:p>
        </p:txBody>
      </p:sp>
      <p:sp>
        <p:nvSpPr>
          <p:cNvPr id="87" name="Google Shape;87;p12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erif"/>
              <a:buChar char="●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○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■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●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○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■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●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○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■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88" name="Google Shape;88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89" name="Google Shape;89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69262"/>
            <a:ext cx="1473224" cy="5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92" name="Google Shape;92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Serif"/>
              <a:buChar char="●"/>
              <a:defRPr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○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■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●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○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■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●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○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■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disneyapi.dev/docs/" TargetMode="External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api.disneyapi.dev/character?name=Mickey%20Mouse" TargetMode="External"/><Relationship Id="rId4" Type="http://schemas.openxmlformats.org/officeDocument/2006/relationships/hyperlink" Target="https://api.disneyapi.dev/character?name=Daisy%20Duck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/>
          <p:nvPr>
            <p:ph type="ctrTitle"/>
          </p:nvPr>
        </p:nvSpPr>
        <p:spPr>
          <a:xfrm>
            <a:off x="460950" y="1053440"/>
            <a:ext cx="8222100" cy="15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Introducción al Desarrollo de Software I - Lanzillotta</a:t>
            </a:r>
            <a:endParaRPr/>
          </a:p>
        </p:txBody>
      </p:sp>
      <p:sp>
        <p:nvSpPr>
          <p:cNvPr id="98" name="Google Shape;98;p14"/>
          <p:cNvSpPr txBox="1"/>
          <p:nvPr>
            <p:ph idx="1" type="subTitle"/>
          </p:nvPr>
        </p:nvSpPr>
        <p:spPr>
          <a:xfrm>
            <a:off x="460938" y="29287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Capra - Chaves - Di Matteo - Sosa - Villegas - Palavecino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/>
          <p:nvPr>
            <p:ph type="title"/>
          </p:nvPr>
        </p:nvSpPr>
        <p:spPr>
          <a:xfrm>
            <a:off x="215725" y="2064450"/>
            <a:ext cx="4045200" cy="101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Agenda</a:t>
            </a:r>
            <a:endParaRPr/>
          </a:p>
        </p:txBody>
      </p:sp>
      <p:sp>
        <p:nvSpPr>
          <p:cNvPr id="104" name="Google Shape;104;p15"/>
          <p:cNvSpPr txBox="1"/>
          <p:nvPr>
            <p:ph idx="1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"/>
              <a:t>Python Flask </a:t>
            </a:r>
            <a:r>
              <a:rPr lang="es"/>
              <a:t>Debugger</a:t>
            </a:r>
            <a:r>
              <a:rPr lang="es"/>
              <a:t> 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"/>
              <a:t>Ejercicio integral con API Disney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Python Flask Debugger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Python Debugger</a:t>
            </a:r>
            <a:endParaRPr/>
          </a:p>
        </p:txBody>
      </p:sp>
      <p:sp>
        <p:nvSpPr>
          <p:cNvPr id="115" name="Google Shape;115;p17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 la misma forma que en la clase anterior se puede configurar en VSCode un de</a:t>
            </a:r>
            <a:r>
              <a:rPr lang="es"/>
              <a:t>bugger para Flask Python.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1375" y="2073975"/>
            <a:ext cx="4990825" cy="2807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Python Debugger</a:t>
            </a:r>
            <a:endParaRPr/>
          </a:p>
        </p:txBody>
      </p:sp>
      <p:sp>
        <p:nvSpPr>
          <p:cNvPr id="122" name="Google Shape;122;p18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Seleccionar Python Flask debugger y crear el archivo launch.json.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9125" y="1691675"/>
            <a:ext cx="5569373" cy="313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Ejercicio Integral</a:t>
            </a:r>
            <a:endParaRPr/>
          </a:p>
        </p:txBody>
      </p:sp>
      <p:sp>
        <p:nvSpPr>
          <p:cNvPr id="129" name="Google Shape;129;p19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Crear un proyecto en Flask que permita mostrar y buscar información sobre los personajes de Disney.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Para esto utilizaremos la API gratuita disneyapi, cuya documentación es:  </a:t>
            </a:r>
            <a:r>
              <a:rPr b="1" lang="es" u="sng">
                <a:solidFill>
                  <a:schemeClr val="hlink"/>
                </a:solidFill>
                <a:hlinkClick r:id="rId3"/>
              </a:rPr>
              <a:t>https://disneyapi.dev/docs/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Se pide:</a:t>
            </a:r>
            <a:endParaRPr/>
          </a:p>
        </p:txBody>
      </p:sp>
      <p:pic>
        <p:nvPicPr>
          <p:cNvPr id="130" name="Google Shape;13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16275" y="2840325"/>
            <a:ext cx="3708773" cy="2086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Ejercicio Integral</a:t>
            </a:r>
            <a:endParaRPr/>
          </a:p>
        </p:txBody>
      </p:sp>
      <p:sp>
        <p:nvSpPr>
          <p:cNvPr id="136" name="Google Shape;136;p20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1- Crear una vista que posea un label y un input que permita ingresar el nombre de un personaje de Disney y llame a la API. En caso de ingresar “Todos” que muestre todos los personajes. Al hacer click en buscar deberá ir a la vista characters.html y mostrar el o los personajes.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Probar con:</a:t>
            </a:r>
            <a:br>
              <a:rPr lang="es"/>
            </a:br>
            <a:r>
              <a:rPr lang="es" u="sng">
                <a:solidFill>
                  <a:schemeClr val="hlink"/>
                </a:solidFill>
                <a:hlinkClick r:id="rId3"/>
              </a:rPr>
              <a:t>https://api.disneyapi.dev/character?name=Mickey%20Mouse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u="sng">
                <a:solidFill>
                  <a:schemeClr val="hlink"/>
                </a:solidFill>
                <a:hlinkClick r:id="rId4"/>
              </a:rPr>
              <a:t>https://api.disneyapi.dev/character?name=Daisy%20Duck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Ejercicio Integral</a:t>
            </a:r>
            <a:endParaRPr/>
          </a:p>
        </p:txBody>
      </p:sp>
      <p:sp>
        <p:nvSpPr>
          <p:cNvPr id="142" name="Google Shape;142;p21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2- Con el uso de la vista characters.html y su hoja de estilos style.css Mostrar en base a lo ingresado en el formulario del punto 1 el o los personajes.</a:t>
            </a:r>
            <a:endParaRPr/>
          </a:p>
        </p:txBody>
      </p:sp>
      <p:pic>
        <p:nvPicPr>
          <p:cNvPr id="143" name="Google Shape;14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1600" y="2144250"/>
            <a:ext cx="4581902" cy="2577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Ejercicio Integral</a:t>
            </a:r>
            <a:endParaRPr/>
          </a:p>
        </p:txBody>
      </p:sp>
      <p:sp>
        <p:nvSpPr>
          <p:cNvPr id="149" name="Google Shape;149;p22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3-Al hacer click en “Read more” mostrar todo el contenido que traiga el endpoint en una vista nueva llamada character_info.html con algún formato que ud desee.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 txBox="1"/>
          <p:nvPr>
            <p:ph type="title"/>
          </p:nvPr>
        </p:nvSpPr>
        <p:spPr>
          <a:xfrm>
            <a:off x="215725" y="2064450"/>
            <a:ext cx="4045200" cy="101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Para la clase que viene…</a:t>
            </a:r>
            <a:endParaRPr/>
          </a:p>
        </p:txBody>
      </p:sp>
      <p:sp>
        <p:nvSpPr>
          <p:cNvPr id="155" name="Google Shape;155;p23"/>
          <p:cNvSpPr txBox="1"/>
          <p:nvPr>
            <p:ph idx="1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❏"/>
            </a:pPr>
            <a:r>
              <a:rPr lang="es"/>
              <a:t>2° Parcialito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❏"/>
            </a:pPr>
            <a:r>
              <a:rPr lang="es"/>
              <a:t>Depuración (debugging)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❏"/>
            </a:pPr>
            <a:r>
              <a:rPr lang="es"/>
              <a:t>Ejercitación: Debugging + TDD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