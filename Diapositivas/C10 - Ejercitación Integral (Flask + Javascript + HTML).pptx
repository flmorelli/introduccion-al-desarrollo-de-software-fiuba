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erif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bold.fntdata"/><Relationship Id="rId27" Type="http://schemas.openxmlformats.org/officeDocument/2006/relationships/font" Target="fonts/RobotoSerif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Serif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568a28f6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568a28f6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568a28f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568a28f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f568a28f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f568a28f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568a28f6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568a28f6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568a28f6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f568a28f6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f568a28f6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f568a28f6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571d8b2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f571d8b2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571d8b26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571d8b2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571d8b26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571d8b26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571d8b26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571d8b26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571d8b26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f571d8b26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571d8b26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f571d8b26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f571d8b26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f571d8b26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571d8b26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f571d8b26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chrome.com/docs/devtools/dom?hl=es-419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Organizar un proyecto Flask (repaso)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Modificación de urls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Reutilización de código con block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Creación de un formulario GET-POST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Enviar un listado y utilizarlo en el template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Error handler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Uso del Inspector en los navegadores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Organizar un proyecto en flask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 diseño a la realidad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Todo proyecto web comienza con un relevamiento de requerimientos con los usuarios del futuro sistema.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Posteriormente se puede solicitar a un diseñador gráfico o a especialista en diseño que haga realidad el diseño del sitio web.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Muchas veces se puede acceder ya sea en forma gratuita o comprándolo a un template en HTML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Nosotros como programadores </a:t>
            </a:r>
            <a:r>
              <a:rPr lang="es"/>
              <a:t>podemos</a:t>
            </a:r>
            <a:r>
              <a:rPr lang="es"/>
              <a:t> importar el diseño a nuestro proyecto.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 de la estructura de archivos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387900" y="1124900"/>
            <a:ext cx="2196600" cy="3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/mi_proyecto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app.py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/.venv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/static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style.css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/templates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layout.html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index.html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login.html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...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flipH="1" rot="10800000">
            <a:off x="1775425" y="1994800"/>
            <a:ext cx="2060400" cy="717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 txBox="1"/>
          <p:nvPr/>
        </p:nvSpPr>
        <p:spPr>
          <a:xfrm>
            <a:off x="3820625" y="1369000"/>
            <a:ext cx="4716300" cy="1205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Jinja</a:t>
            </a:r>
            <a:r>
              <a:rPr lang="es" sz="16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nos permite agregar funcionalidad a estos templates, haciendo que puedan integrar data desde el template dinámicamente.</a:t>
            </a:r>
            <a:endParaRPr sz="16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rutas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Dentro del archivo app.py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25" y="1555150"/>
            <a:ext cx="5075949" cy="2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Modificación de las url :: Links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Toda referencia a links dentro del sitio o cualquier redirección se  deberá crear mediante: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url_for('user', name='john', _external=True)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4900800" y="2528725"/>
            <a:ext cx="42432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equivale a: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http://localhost:5000/user/john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42" name="Google Shape;142;p21"/>
          <p:cNvCxnSpPr>
            <a:endCxn id="141" idx="1"/>
          </p:cNvCxnSpPr>
          <p:nvPr/>
        </p:nvCxnSpPr>
        <p:spPr>
          <a:xfrm>
            <a:off x="2706600" y="2528575"/>
            <a:ext cx="21942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1"/>
          <p:cNvSpPr txBox="1"/>
          <p:nvPr/>
        </p:nvSpPr>
        <p:spPr>
          <a:xfrm>
            <a:off x="433800" y="3566325"/>
            <a:ext cx="54321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accent4"/>
                </a:solidFill>
                <a:latin typeface="Roboto Serif"/>
                <a:ea typeface="Roboto Serif"/>
                <a:cs typeface="Roboto Serif"/>
                <a:sym typeface="Roboto Serif"/>
              </a:rPr>
              <a:t>_external=True</a:t>
            </a:r>
            <a:b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Crea la dirección absoluta, ideal cuando necesitamos enviar un link por mail por ejemplo</a:t>
            </a: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Modificación de las url :: archivos estáticos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Toda referencia a recursos estáticos como ser archivos javascript, imágenes, CSS, etc  se  deberá crear mediante: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url_for('static', filename='css/styles.css', _external=True)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4767025" y="2528725"/>
            <a:ext cx="43770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equivale a: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http://localhost:5000/static/css/styles.css</a:t>
            </a:r>
            <a:endParaRPr b="1" sz="11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1" name="Google Shape;151;p22"/>
          <p:cNvCxnSpPr>
            <a:endCxn id="150" idx="1"/>
          </p:cNvCxnSpPr>
          <p:nvPr/>
        </p:nvCxnSpPr>
        <p:spPr>
          <a:xfrm>
            <a:off x="2572825" y="2528575"/>
            <a:ext cx="21942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2"/>
          <p:cNvSpPr txBox="1"/>
          <p:nvPr/>
        </p:nvSpPr>
        <p:spPr>
          <a:xfrm>
            <a:off x="433800" y="3566325"/>
            <a:ext cx="58899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primer parámetro</a:t>
            </a:r>
            <a:r>
              <a:rPr b="1" lang="es" sz="1500">
                <a:solidFill>
                  <a:schemeClr val="accent4"/>
                </a:solidFill>
                <a:latin typeface="Roboto Serif"/>
                <a:ea typeface="Roboto Serif"/>
                <a:cs typeface="Roboto Serif"/>
                <a:sym typeface="Roboto Serif"/>
              </a:rPr>
              <a:t> static</a:t>
            </a:r>
            <a:b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Hará referencia a la carpeta static y luego filename, informará la carpeta y el archivo </a:t>
            </a: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particular</a:t>
            </a: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a acceder.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Block :: Reutilización de código HTML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Todo sitio web posee partes de código HTML (header, footer, scripts) que se repiten en cada una de las páginas.</a:t>
            </a:r>
            <a:br>
              <a:rPr lang="es"/>
            </a:br>
            <a:r>
              <a:rPr lang="es"/>
              <a:t>Para esto se puede utilizar los bloques </a:t>
            </a:r>
            <a:r>
              <a:rPr b="1" lang="es"/>
              <a:t>{% block header %} {% endblock %}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Para la utilización de los bloques es necesario crear un archivo base.html, ubicarlo dentro de la carpeta template.</a:t>
            </a:r>
            <a:br>
              <a:rPr lang="es"/>
            </a:br>
            <a:r>
              <a:rPr lang="es"/>
              <a:t>Este archivo tendrá todo lo que consideremos como código que se pueda repetir, y dentro de este se colocarán los bloques para ser editables a posteriori.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un formulario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formularios dentro de un sitio web son fundamentales para poder interactuar con el usuario.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bien Flask posee una dependencia que agiliza y permite crear formularios más robustos y seguros, en la materia vamos a utilizar los métodos tradicionales de etiquetas &lt;form&gt; y métodos POST para enviar la información.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Definición de un form en HTML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44905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Supongamos que queremos crear un formulario de Login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75" y="2131675"/>
            <a:ext cx="7148324" cy="175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5"/>
          <p:cNvCxnSpPr>
            <a:endCxn id="173" idx="1"/>
          </p:cNvCxnSpPr>
          <p:nvPr/>
        </p:nvCxnSpPr>
        <p:spPr>
          <a:xfrm flipH="1" rot="10800000">
            <a:off x="2195275" y="1765475"/>
            <a:ext cx="1533900" cy="3663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5"/>
          <p:cNvSpPr txBox="1"/>
          <p:nvPr/>
        </p:nvSpPr>
        <p:spPr>
          <a:xfrm>
            <a:off x="3729175" y="1399175"/>
            <a:ext cx="5240400" cy="732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action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=&gt; indicará el </a:t>
            </a:r>
            <a:r>
              <a:rPr i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form-handler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, en general es el script del lado del servidor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74" name="Google Shape;174;p25"/>
          <p:cNvCxnSpPr/>
          <p:nvPr/>
        </p:nvCxnSpPr>
        <p:spPr>
          <a:xfrm>
            <a:off x="2721825" y="3657950"/>
            <a:ext cx="427500" cy="6105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5"/>
          <p:cNvSpPr txBox="1"/>
          <p:nvPr/>
        </p:nvSpPr>
        <p:spPr>
          <a:xfrm>
            <a:off x="3128600" y="4156950"/>
            <a:ext cx="5240400" cy="839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button submit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=&gt; Define el botón que enviará la información al form-handler del lado del servidor.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7719500" y="2131625"/>
            <a:ext cx="1424400" cy="1755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Utilización de ids para identificar los campos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7464500" y="2169875"/>
            <a:ext cx="244200" cy="1678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Definición de form-handler (lado servidor)</a:t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1749"/>
            <a:ext cx="7710249" cy="20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600325" y="941200"/>
            <a:ext cx="7626300" cy="70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Debemos definir el tipo de método que recibirá la ruta, en este caso GET(por defecto) + POST (para el envío de la información)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5" name="Google Shape;185;p26"/>
          <p:cNvCxnSpPr/>
          <p:nvPr/>
        </p:nvCxnSpPr>
        <p:spPr>
          <a:xfrm rot="10800000">
            <a:off x="4721100" y="1597425"/>
            <a:ext cx="1526400" cy="3969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6"/>
          <p:cNvSpPr txBox="1"/>
          <p:nvPr/>
        </p:nvSpPr>
        <p:spPr>
          <a:xfrm>
            <a:off x="1668700" y="3889050"/>
            <a:ext cx="6792000" cy="96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Si recibimos información con el método POST, entonces redirigimos a un sitio de respuesta, sino volvemos a mostrar el form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7" name="Google Shape;187;p26"/>
          <p:cNvCxnSpPr/>
          <p:nvPr/>
        </p:nvCxnSpPr>
        <p:spPr>
          <a:xfrm>
            <a:off x="2904975" y="2894800"/>
            <a:ext cx="0" cy="12210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Crear un ejemplo que utilice en formulario de contacto del sitio del bar Brooklyn y en caso de contestar ser exitoso, abrir una nueva página con el mensaje:</a:t>
            </a:r>
            <a:br>
              <a:rPr lang="es"/>
            </a:br>
            <a:r>
              <a:rPr lang="es"/>
              <a:t>“Su mensaje de contacto ha sido enviado exitosamente”.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ciclos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Como hemos visto en clases anteriores, podemos utilizar un ciclo for </a:t>
            </a:r>
            <a:r>
              <a:rPr lang="es"/>
              <a:t>embebido</a:t>
            </a:r>
            <a:r>
              <a:rPr lang="es"/>
              <a:t> dentro del código HTML que </a:t>
            </a:r>
            <a:r>
              <a:rPr b="1" lang="es"/>
              <a:t>reciba información del servidor y la pueda desplegar en el front </a:t>
            </a:r>
            <a:r>
              <a:rPr lang="es"/>
              <a:t>una porción de código repetida tantas veces como se desee</a:t>
            </a:r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713" y="3057625"/>
            <a:ext cx="45434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Utilizar el proyecto bar Brooklyn y refactorizar el código del menú, creando uno que liste las 4 columnas con información hardcodeada proveniente del servidor.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Error handler</a:t>
            </a:r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Flask posee un manejador de errores que pueden capturar errores que sucedan en el servidor y permitirnos crear una vista que lo muestre de una forma adecuada a la estética de nuestro proyecto web.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template 404.html deberá ser creado por el programador.</a:t>
            </a:r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025" y="2245313"/>
            <a:ext cx="716280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Crear utilizando nuestro proyecto de bar Brooklyn errorhandler para error 404 y 500.</a:t>
            </a:r>
            <a:br>
              <a:rPr lang="es"/>
            </a:br>
            <a:r>
              <a:rPr i="1" lang="es" sz="1700"/>
              <a:t>- El error 404, deberá desplegar el mensaje “La ruta a la que quiere acceder no existe. Haga click en Home para volver</a:t>
            </a:r>
            <a:br>
              <a:rPr i="1" lang="es" sz="1700"/>
            </a:br>
            <a:r>
              <a:rPr i="1" lang="es" sz="1700"/>
              <a:t>- El error 500, deberá desplegar un mensaje “Se ha producido un error en el servidor. Haga click en Home para volver </a:t>
            </a:r>
            <a:endParaRPr i="1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del inspector</a:t>
            </a:r>
            <a:endParaRPr/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navegadores, poseen una funcionalidad “Inspector” que es súmamente útil para los desarrolladores, con la misma se podrá al DOM y ver el estado del Front.</a:t>
            </a:r>
            <a:br>
              <a:rPr lang="es"/>
            </a:b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https://developer.chrome.com/docs/devtools/dom?hl=es-419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Descargar el proyecto .zip que les enviaremos por slack.</a:t>
            </a:r>
            <a:br>
              <a:rPr lang="es"/>
            </a:br>
            <a:r>
              <a:rPr lang="es"/>
              <a:t>a- Crear una estructura base.html que permita reutilizar código mediante block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b- Reemplazar las rutas, utilizando url_for()</a:t>
            </a:r>
            <a:br>
              <a:rPr lang="es"/>
            </a:br>
            <a:r>
              <a:rPr lang="es"/>
              <a:t>c- Crear un formulario que al ser cargado utilizando método POST, envié un mensaje de éxito</a:t>
            </a:r>
            <a:br>
              <a:rPr lang="es"/>
            </a:br>
            <a:r>
              <a:rPr lang="es"/>
              <a:t>d- Usar el método GET para pasar un parámetro por url con el nombre de un usuario y darle la bienvenida al sitio</a:t>
            </a:r>
            <a:br>
              <a:rPr lang="es"/>
            </a:br>
            <a:r>
              <a:rPr lang="es"/>
              <a:t>e- Crear los errorhandler que crea necesarios.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