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Serif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erif-regular.fntdata"/><Relationship Id="rId22" Type="http://schemas.openxmlformats.org/officeDocument/2006/relationships/font" Target="fonts/RobotoSerif-italic.fntdata"/><Relationship Id="rId21" Type="http://schemas.openxmlformats.org/officeDocument/2006/relationships/font" Target="fonts/RobotoSerif-bold.fntdata"/><Relationship Id="rId24" Type="http://schemas.openxmlformats.org/officeDocument/2006/relationships/font" Target="fonts/Roboto-regular.fntdata"/><Relationship Id="rId23" Type="http://schemas.openxmlformats.org/officeDocument/2006/relationships/font" Target="fonts/RobotoSerif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6405a86b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6405a86b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6405a86b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6405a86b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ca02cb1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ca02cb1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6405a86b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6405a86b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6405a86b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6405a86b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6405a86b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6405a86b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6405a86b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6405a86b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6405a86b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6405a86b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6405a86b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6405a86b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9741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Repaso Agile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¿Qu</a:t>
            </a:r>
            <a:r>
              <a:rPr lang="es"/>
              <a:t>é es GitHub Projects?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¿Por qu</a:t>
            </a:r>
            <a:r>
              <a:rPr lang="es"/>
              <a:t>é GitHub Projects?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Funcionalidades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Integraci</a:t>
            </a:r>
            <a:r>
              <a:rPr lang="es"/>
              <a:t>ón con Github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Repaso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</a:t>
            </a:r>
            <a:r>
              <a:rPr lang="es"/>
              <a:t>Qué</a:t>
            </a:r>
            <a:r>
              <a:rPr lang="es"/>
              <a:t> recuerdan de Agile?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311700" y="1143000"/>
            <a:ext cx="85206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oboto"/>
              <a:buChar char="●"/>
            </a:pPr>
            <a:r>
              <a:rPr lang="e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¿Qué es un proyecto?</a:t>
            </a:r>
            <a:endParaRPr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311700" y="1999875"/>
            <a:ext cx="85206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oboto"/>
              <a:buChar char="●"/>
            </a:pPr>
            <a:r>
              <a:rPr lang="e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¿Product Backlog?</a:t>
            </a:r>
            <a:endParaRPr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311700" y="2856750"/>
            <a:ext cx="85206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oboto"/>
              <a:buChar char="●"/>
            </a:pPr>
            <a:r>
              <a:rPr lang="e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¿Tablero Kanban?</a:t>
            </a:r>
            <a:endParaRPr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GitHub Projects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</a:t>
            </a:r>
            <a:r>
              <a:rPr lang="es"/>
              <a:t>é es GitHub Projects?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1143000"/>
            <a:ext cx="8520600" cy="32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GitHub Projects es una herramienta integrada en GitHub que permite </a:t>
            </a:r>
            <a:r>
              <a:rPr b="1"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planificar, organizar y hacer seguimiento del trabajo</a:t>
            </a: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directamente dentro de los repositorios.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Funciona como un tablero flexible (similar a Trello o Jira), donde se pueden gestionar </a:t>
            </a:r>
            <a:r>
              <a:rPr b="1"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issues y pull requests</a:t>
            </a: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mediante distintos tipos de vistas.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¿Por qu</a:t>
            </a:r>
            <a:r>
              <a:rPr lang="es"/>
              <a:t>é usar GitHub Projects?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1143000"/>
            <a:ext cx="8520600" cy="32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AutoNum type="arabicPeriod"/>
            </a:pP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Integración total con el flujo de desarrollo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AutoNum type="arabicPeriod"/>
            </a:pP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Automatización nativa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AutoNum type="arabicPeriod"/>
            </a:pP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Campos personalizados y vistas flexibles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AutoNum type="arabicPeriod"/>
            </a:pP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Colaboración centralizada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AutoNum type="arabicPeriod"/>
            </a:pP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Sin costos adicionales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AutoNum type="arabicPeriod"/>
            </a:pP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Simplicidad y transparencia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Tareas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1143000"/>
            <a:ext cx="8520600" cy="32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Podremos crear tareas en un tablero </a:t>
            </a: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que</a:t>
            </a: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podrán ser relacionadas con issues / PRs dentro del repositorio remoto de GitHub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Vistas personalizadas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311700" y="1143000"/>
            <a:ext cx="8520600" cy="32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Una vez tengamos nuestras tareas creadas, podremos verlas de distintas maneras: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Kanban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Listado de Tareas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Tablero Gantt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Campos personalizados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143000"/>
            <a:ext cx="8520600" cy="32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Una vez tengamos nuestras tareas creadas, vamos a poder crear campos de manera arbitraria, con los valores </a:t>
            </a: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qué</a:t>
            </a: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nosotros necesitemos.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Tenemos distintos tipos de campos soportados, Text, Number, Date, Single Select, etc.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Por ejemplo, podríamos crear una columna </a:t>
            </a: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qué</a:t>
            </a: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se llame </a:t>
            </a:r>
            <a:r>
              <a:rPr b="1"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Prioridad</a:t>
            </a: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qué</a:t>
            </a:r>
            <a:r>
              <a:rPr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permita guardar los valores </a:t>
            </a:r>
            <a:r>
              <a:rPr b="1" lang="e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Baja, Media, Alta, Crítica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Integraci</a:t>
            </a:r>
            <a:r>
              <a:rPr lang="es"/>
              <a:t>ón con GitHub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