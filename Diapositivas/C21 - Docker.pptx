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 Serif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Serif-regular.fntdata"/><Relationship Id="rId25" Type="http://schemas.openxmlformats.org/officeDocument/2006/relationships/slide" Target="slides/slide20.xml"/><Relationship Id="rId28" Type="http://schemas.openxmlformats.org/officeDocument/2006/relationships/font" Target="fonts/RobotoSerif-italic.fntdata"/><Relationship Id="rId27" Type="http://schemas.openxmlformats.org/officeDocument/2006/relationships/font" Target="fonts/RobotoSerif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rif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0319e29fb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0319e29f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0319e29fb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0319e29fb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0dc7b38f8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0dc7b38f8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0dc7b38f8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0dc7b38f8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0319e29fb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0319e29f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0319e29fb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0319e29fb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0dcf1ae70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0dcf1ae70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0319e29fb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0319e29fb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0319e29fb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0319e29fb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0319e29fb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0319e29fb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0319e29fb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0319e29fb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0319e29fb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0319e29fb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0319e29fb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0319e29fb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0319e29fb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0319e29fb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0319e29fb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0319e29fb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Docker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¿Qué es Docker?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Docker vs VMs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Docker Hub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Comandos básicos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61300" y="222800"/>
            <a:ext cx="2222100" cy="14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</a:t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6750" y="1691889"/>
            <a:ext cx="3110476" cy="223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Docker?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es una herramienta utilizada para la virtualización de Sistemas Operativos. Utilizado para el desarrollo, ejecución y entrega de software.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75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¿Para </a:t>
            </a:r>
            <a:r>
              <a:rPr lang="es"/>
              <a:t>qué</a:t>
            </a:r>
            <a:r>
              <a:rPr lang="es"/>
              <a:t> se utiliza Docker?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s"/>
              <a:t>Solventar problemas de aplicaciones corriendo en distintos sistemas operativos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s"/>
              <a:t>La entrega y despliegue de aplicaciones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s"/>
              <a:t>Compartir el trabajo con otros desarrolladores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s"/>
              <a:t>Crear ambientes de desarrollo con las herramientas justas y necesarias</a:t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 Contenedor?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Son ligeros “paquetes” de software </a:t>
            </a:r>
            <a:r>
              <a:rPr lang="es"/>
              <a:t>que</a:t>
            </a:r>
            <a:r>
              <a:rPr lang="es"/>
              <a:t> incluyen todo lo necesario para </a:t>
            </a:r>
            <a:r>
              <a:rPr lang="es"/>
              <a:t>que uno de los componentes de tu aplicación se ejecute individualmente.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100" y="2107563"/>
            <a:ext cx="2771775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Cómo</a:t>
            </a:r>
            <a:r>
              <a:rPr lang="es"/>
              <a:t> crear contenedores con Docker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crear contenedores, necesitamos conocer dos cosas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s"/>
              <a:t>Docker files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s"/>
              <a:t>Docker images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 Dockerfile?</a:t>
            </a:r>
            <a:endParaRPr/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 archivo donde tenemos un escribimos un set de instrucciones para crear una i</a:t>
            </a:r>
            <a:r>
              <a:rPr lang="es"/>
              <a:t>magen</a:t>
            </a:r>
            <a:r>
              <a:rPr lang="es"/>
              <a:t> de Docker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4200" y="1938325"/>
            <a:ext cx="2895600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una Imagen?</a:t>
            </a:r>
            <a:endParaRPr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</a:t>
            </a:r>
            <a:r>
              <a:rPr lang="es"/>
              <a:t>imágenes</a:t>
            </a:r>
            <a:r>
              <a:rPr lang="es"/>
              <a:t> son utilizadas como plantillas para crear contenedores de Docker. Contienen TODA la información necesaria para crear un contenedor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238" y="2224950"/>
            <a:ext cx="6867525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Contenedores vs Virtual Machines</a:t>
            </a:r>
            <a:endParaRPr/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725" y="1604950"/>
            <a:ext cx="277177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9400" y="1643050"/>
            <a:ext cx="277177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DockerHub</a:t>
            </a:r>
            <a:endParaRPr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el repositorio remoto donde guardamos nuestras imágenes para compartirlas con nuestro equipo o con el mundo de desarrolladores.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Ustedes también pueden subir sus propias imágenes de sus aplicaciones. También es del lugar donde </a:t>
            </a:r>
            <a:r>
              <a:rPr lang="es"/>
              <a:t>descargan</a:t>
            </a:r>
            <a:r>
              <a:rPr lang="es"/>
              <a:t> las imágenes de distintos sistemas operativos, bases de datos, gestores de bases de datos, lenguajes de programación, aplicaciones de monitoreo, etc.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Link a DockerHub: </a:t>
            </a:r>
            <a:r>
              <a:rPr lang="es"/>
              <a:t>https://hub.docker.com/</a:t>
            </a:r>
            <a:endParaRPr/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361300" y="222800"/>
            <a:ext cx="4143000" cy="14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Comandos</a:t>
            </a:r>
            <a:endParaRPr/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6750" y="1691889"/>
            <a:ext cx="3110476" cy="223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pull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Este comando nos permite descargar imágenes desde DockerHub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pull ubuntu (Hace default a la última versión)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pull ubuntu:jammy (Colocamos un tag para descargar una versión en particular)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images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 alias para el comando docker image list, nos permite listar todas las </a:t>
            </a:r>
            <a:r>
              <a:rPr lang="es"/>
              <a:t>imágenes</a:t>
            </a:r>
            <a:r>
              <a:rPr lang="es"/>
              <a:t> dentro de nuestro repositorio local</a:t>
            </a:r>
            <a:endParaRPr/>
          </a:p>
          <a:p>
            <a:pPr indent="-334327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docker images (Lista todas las imágenes)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docker images ubuntu (Lista todas las imágenes </a:t>
            </a:r>
            <a:r>
              <a:rPr lang="es"/>
              <a:t>qué</a:t>
            </a:r>
            <a:r>
              <a:rPr lang="es"/>
              <a:t> matcheen el tag ubuntu)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run</a:t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Este comando nos permite crear un contenedor basado en una imagen 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docker run </a:t>
            </a:r>
            <a:r>
              <a:rPr lang="es"/>
              <a:t>--</a:t>
            </a:r>
            <a:r>
              <a:rPr lang="es"/>
              <a:t>name ubuntu_test ubuntu (Creamos el contenedor pero no va a funcionar)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Necesitamos de unos flags para hacerlo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docker run -d -i -t --name ubuntu_test ubuntu (--detach, –interactive</a:t>
            </a:r>
            <a:r>
              <a:rPr lang="es"/>
              <a:t>, –tty</a:t>
            </a:r>
            <a:r>
              <a:rPr lang="es"/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Hay muchas más opciones de configuración, las pueden </a:t>
            </a:r>
            <a:r>
              <a:rPr lang="es"/>
              <a:t>ver en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exec</a:t>
            </a:r>
            <a:endParaRPr/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Este comando nos permite ejecutar comandos dentro de un contenedor </a:t>
            </a:r>
            <a:r>
              <a:rPr lang="es"/>
              <a:t>que</a:t>
            </a:r>
            <a:r>
              <a:rPr lang="es"/>
              <a:t> ya esté ejecutándose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exec -it </a:t>
            </a:r>
            <a:r>
              <a:rPr lang="es"/>
              <a:t>ubuntu_test </a:t>
            </a:r>
            <a:r>
              <a:rPr lang="es"/>
              <a:t>“bin/bash” (Nos permite utilizar la consola del contenedor de ubuntu)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Nos permite listar los contenedores </a:t>
            </a:r>
            <a:r>
              <a:rPr lang="es"/>
              <a:t>que</a:t>
            </a:r>
            <a:r>
              <a:rPr lang="es"/>
              <a:t> están </a:t>
            </a:r>
            <a:r>
              <a:rPr lang="es"/>
              <a:t>ejecutándose.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ps (Lista solo contenedores ejecutándose)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ps -a (Lista también los contenedores apagados)</a:t>
            </a:r>
            <a:endParaRPr/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stop</a:t>
            </a:r>
            <a:endParaRPr/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Nos permite detener la ejecución de un contenedor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stop ubuntu_test (</a:t>
            </a:r>
            <a:r>
              <a:rPr lang="es"/>
              <a:t>También</a:t>
            </a:r>
            <a:r>
              <a:rPr lang="es"/>
              <a:t> puede ser el id del contenedor)</a:t>
            </a:r>
            <a:endParaRPr/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rm y docker rmi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Nos permite eliminar contenedores e imágenes </a:t>
            </a:r>
            <a:r>
              <a:rPr lang="es"/>
              <a:t>que</a:t>
            </a:r>
            <a:r>
              <a:rPr lang="es"/>
              <a:t> ya no necesitemos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rm ubuntu_test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rmi ubuntu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rmi -f $(docker images -aq) (Borra todas las </a:t>
            </a:r>
            <a:r>
              <a:rPr lang="es"/>
              <a:t>imágenes</a:t>
            </a:r>
            <a:r>
              <a:rPr lang="es"/>
              <a:t>)</a:t>
            </a:r>
            <a:endParaRPr/>
          </a:p>
        </p:txBody>
      </p:sp>
      <p:pic>
        <p:nvPicPr>
          <p:cNvPr id="223" name="Google Shape;22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