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Serif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Serif-regular.fntdata"/><Relationship Id="rId21" Type="http://schemas.openxmlformats.org/officeDocument/2006/relationships/slide" Target="slides/slide16.xml"/><Relationship Id="rId24" Type="http://schemas.openxmlformats.org/officeDocument/2006/relationships/font" Target="fonts/RobotoSerif-italic.fntdata"/><Relationship Id="rId23" Type="http://schemas.openxmlformats.org/officeDocument/2006/relationships/font" Target="fonts/RobotoSerif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Serif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0aea9e07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0aea9e07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0ad744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0ad744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0aea9e07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0aea9e0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0ad7446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0ad7446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0ad7446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0ad7446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0ad7446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0ad7446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0ad7446f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0ad7446f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0ad7446f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0ad7446f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27b8475f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27b8475f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ibm.com/think/topics/software-test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¿Qué es el testing?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Tipos de testing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Pruebas unitarias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Pruebas de integración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 con Flask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Test en postman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testing?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143000"/>
            <a:ext cx="8520600" cy="32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el desarrollo de software, el </a:t>
            </a:r>
            <a:r>
              <a:rPr i="1" lang="es"/>
              <a:t>testing </a:t>
            </a:r>
            <a:r>
              <a:rPr lang="es"/>
              <a:t>(o pruebas de software) </a:t>
            </a:r>
            <a:r>
              <a:rPr lang="es"/>
              <a:t>es el proceso </a:t>
            </a:r>
            <a:r>
              <a:rPr lang="es">
                <a:highlight>
                  <a:srgbClr val="FFFFFF"/>
                </a:highlight>
              </a:rPr>
              <a:t>de evaluar y verificar que un producto o aplicación de software cumple con su función.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highlight>
                  <a:srgbClr val="FFFFFF"/>
                </a:highlight>
              </a:rPr>
              <a:t>El testing sirve, entre otras cosas, para:</a:t>
            </a:r>
            <a:endParaRPr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highlight>
                  <a:srgbClr val="FFFFFF"/>
                </a:highlight>
              </a:rPr>
              <a:t>Validar que la </a:t>
            </a:r>
            <a:r>
              <a:rPr b="1" lang="es">
                <a:highlight>
                  <a:srgbClr val="FFFFFF"/>
                </a:highlight>
              </a:rPr>
              <a:t>funcionalidad </a:t>
            </a:r>
            <a:r>
              <a:rPr lang="es">
                <a:highlight>
                  <a:srgbClr val="FFFFFF"/>
                </a:highlight>
              </a:rPr>
              <a:t>de un programa sea la esperada</a:t>
            </a:r>
            <a:endParaRPr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highlight>
                  <a:srgbClr val="FFFFFF"/>
                </a:highlight>
              </a:rPr>
              <a:t>Optimizar el </a:t>
            </a:r>
            <a:r>
              <a:rPr b="1" lang="es">
                <a:highlight>
                  <a:srgbClr val="FFFFFF"/>
                </a:highlight>
              </a:rPr>
              <a:t>rendimiento </a:t>
            </a:r>
            <a:r>
              <a:rPr lang="es">
                <a:highlight>
                  <a:srgbClr val="FFFFFF"/>
                </a:highlight>
              </a:rPr>
              <a:t>de la aplicación</a:t>
            </a:r>
            <a:endParaRPr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>
                <a:highlight>
                  <a:srgbClr val="FFFFFF"/>
                </a:highlight>
              </a:rPr>
              <a:t>Encontrar y </a:t>
            </a:r>
            <a:r>
              <a:rPr b="1" lang="es">
                <a:highlight>
                  <a:srgbClr val="FFFFFF"/>
                </a:highlight>
              </a:rPr>
              <a:t>corregir fallas </a:t>
            </a:r>
            <a:r>
              <a:rPr lang="es">
                <a:highlight>
                  <a:srgbClr val="FFFFFF"/>
                </a:highlight>
              </a:rPr>
              <a:t>de seguridad (vulnerabilidades)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testing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Existen distintos tipos de pruebas de software. Las más comunes son: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Pruebas unitarias: </a:t>
            </a:r>
            <a:r>
              <a:rPr lang="es"/>
              <a:t>se verifica que una sola funcionalidad </a:t>
            </a:r>
            <a:r>
              <a:rPr i="1" lang="es"/>
              <a:t>(feature)</a:t>
            </a:r>
            <a:r>
              <a:rPr lang="es"/>
              <a:t> de todas las que existen en nuestro programa funcione correctamente para todos los </a:t>
            </a:r>
            <a:r>
              <a:rPr i="1" lang="es"/>
              <a:t>casos de uso </a:t>
            </a:r>
            <a:r>
              <a:rPr lang="es"/>
              <a:t>posibles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Pruebas de integración: </a:t>
            </a:r>
            <a:r>
              <a:rPr lang="es"/>
              <a:t>se prueban varias </a:t>
            </a:r>
            <a:r>
              <a:rPr i="1" lang="es"/>
              <a:t>features </a:t>
            </a:r>
            <a:r>
              <a:rPr lang="es"/>
              <a:t>juntas comunicándose entre sí. Se verifica que el resultado final de todo ese proceso sea el esperado, idealmente para todos los casos de uso posibles (spoiler: en la vida real es muy </a:t>
            </a:r>
            <a:r>
              <a:rPr lang="es"/>
              <a:t>difícil</a:t>
            </a:r>
            <a:r>
              <a:rPr lang="es"/>
              <a:t> testear </a:t>
            </a:r>
            <a:r>
              <a:rPr lang="es" u="sng"/>
              <a:t>todos</a:t>
            </a:r>
            <a:r>
              <a:rPr lang="es"/>
              <a:t> los casos de uso posibles)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Pruebas de estrés: </a:t>
            </a:r>
            <a:r>
              <a:rPr lang="es"/>
              <a:t>se expone al programa a un </a:t>
            </a:r>
            <a:r>
              <a:rPr lang="es"/>
              <a:t>conjunto de </a:t>
            </a:r>
            <a:r>
              <a:rPr lang="es"/>
              <a:t>escenario</a:t>
            </a:r>
            <a:r>
              <a:rPr lang="es"/>
              <a:t>s donde se ponen al límite las capacidades técnicas del mismo (tiempos de respuesta, velocidad de transferencia de archivos, capacidad de procesamiento de peticiones HTTP, etc.)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Más tipos de testing en: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https://www.ibm.com/think/topics/software-testing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Pruebas unitarias (Unit tests)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170225"/>
            <a:ext cx="8520600" cy="31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Las pruebas unitarias son una técnica de </a:t>
            </a:r>
            <a:r>
              <a:rPr i="1" lang="es"/>
              <a:t>testeo </a:t>
            </a:r>
            <a:r>
              <a:rPr lang="es"/>
              <a:t>que consiste en probar unidades o componentes individuales de un software de forma aislada. Por lo general se prueban </a:t>
            </a:r>
            <a:r>
              <a:rPr b="1" lang="es"/>
              <a:t>funciones o métodos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realizar una prueba unitaria, dado un conjunto de </a:t>
            </a:r>
            <a:r>
              <a:rPr lang="es" u="sng"/>
              <a:t>datos de entrada</a:t>
            </a:r>
            <a:r>
              <a:rPr lang="es"/>
              <a:t>, se verifica que los </a:t>
            </a:r>
            <a:r>
              <a:rPr lang="es" u="sng"/>
              <a:t>datos de salida</a:t>
            </a:r>
            <a:r>
              <a:rPr lang="es"/>
              <a:t> correspondan a la lógica prevista por el desarrollador.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</a:t>
            </a:r>
            <a:r>
              <a:rPr lang="es"/>
              <a:t>pruebas unitarias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170225"/>
            <a:ext cx="8520600" cy="31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function sumar(a, b) { return a + b 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const suma = sumar(num1, num2)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1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= -num2 		</a:t>
            </a:r>
            <a:r>
              <a:rPr i="1" lang="es"/>
              <a:t>entonces </a:t>
            </a:r>
            <a:r>
              <a:rPr b="1" i="1" lang="es"/>
              <a:t>suma = 0</a:t>
            </a:r>
            <a:endParaRPr b="1"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2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= 0 </a:t>
            </a:r>
            <a:r>
              <a:rPr i="1" lang="es"/>
              <a:t>y </a:t>
            </a:r>
            <a:r>
              <a:rPr b="1" i="1" lang="es"/>
              <a:t>num2 = x 	</a:t>
            </a:r>
            <a:r>
              <a:rPr i="1" lang="es"/>
              <a:t>entonces </a:t>
            </a:r>
            <a:r>
              <a:rPr b="1" i="1" lang="es"/>
              <a:t>suma = x</a:t>
            </a:r>
            <a:endParaRPr b="1"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3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</a:t>
            </a:r>
            <a:r>
              <a:rPr b="1" i="1" lang="es"/>
              <a:t>≠</a:t>
            </a:r>
            <a:r>
              <a:rPr b="1" i="1" lang="es"/>
              <a:t> 0</a:t>
            </a:r>
            <a:r>
              <a:rPr i="1" lang="es"/>
              <a:t> y</a:t>
            </a:r>
            <a:r>
              <a:rPr b="1" i="1" lang="es"/>
              <a:t> num2 = x </a:t>
            </a:r>
            <a:r>
              <a:rPr i="1" lang="es"/>
              <a:t>	entonces </a:t>
            </a:r>
            <a:r>
              <a:rPr b="1" i="1" lang="es"/>
              <a:t>suma = num1 + x</a:t>
            </a:r>
            <a:endParaRPr b="1"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Unit test 4</a:t>
            </a:r>
            <a:r>
              <a:rPr lang="es"/>
              <a:t>:  </a:t>
            </a:r>
            <a:r>
              <a:rPr i="1" lang="es"/>
              <a:t>si </a:t>
            </a:r>
            <a:r>
              <a:rPr b="1" i="1" lang="es"/>
              <a:t>num1 = 0</a:t>
            </a:r>
            <a:r>
              <a:rPr i="1" lang="es"/>
              <a:t> y </a:t>
            </a:r>
            <a:r>
              <a:rPr b="1" i="1" lang="es"/>
              <a:t>num2 = -x </a:t>
            </a:r>
            <a:r>
              <a:rPr i="1" lang="es"/>
              <a:t>entonces </a:t>
            </a:r>
            <a:r>
              <a:rPr b="1" i="1" lang="es"/>
              <a:t>suma = -x</a:t>
            </a:r>
            <a:endParaRPr b="1" i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 así sucesivamente…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Pruebas de integración (Integration tests)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017800"/>
            <a:ext cx="8520600" cy="3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de integración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 pruebas que verifican que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varios componentes del sistema funcionen correctamente cuando se combinan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tests de integración se centran en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interactúan las distintas partes del sistema entre sí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puede incluir: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Rutas (endpoints) que llaman a funciones internas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Procesamiento de datos y respuestas HTTP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(Más adelante) Interacción con bases de datos, APIs externas, etc.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con </a:t>
            </a:r>
            <a:r>
              <a:rPr lang="es"/>
              <a:t>Flask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test unitario: 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510000" y="1202413"/>
            <a:ext cx="2124000" cy="822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def sumar(a, b): </a:t>
            </a:r>
            <a:br>
              <a:rPr lang="es"/>
            </a:br>
            <a:r>
              <a:rPr lang="es"/>
              <a:t>	return a + b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211275" y="2571750"/>
            <a:ext cx="4270800" cy="15441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def test_sumar_dos_numeros(self):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resultado = sumar(2, 3)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/>
              <a:t>self.assertEqual(resultado, 5)</a:t>
            </a:r>
            <a:endParaRPr sz="1700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4688625" y="2571900"/>
            <a:ext cx="4338600" cy="1544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def test_sumar_con_negativos(se</a:t>
            </a:r>
            <a:r>
              <a:rPr lang="es" sz="1700"/>
              <a:t>lf):</a:t>
            </a:r>
            <a:endParaRPr sz="1700"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self.assertEqual(sumar(-1, -2), -3)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153" name="Google Shape;153;p23"/>
          <p:cNvCxnSpPr>
            <a:stCxn id="150" idx="1"/>
            <a:endCxn id="151" idx="0"/>
          </p:cNvCxnSpPr>
          <p:nvPr/>
        </p:nvCxnSpPr>
        <p:spPr>
          <a:xfrm flipH="1">
            <a:off x="2346600" y="1613863"/>
            <a:ext cx="1163400" cy="95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3"/>
          <p:cNvCxnSpPr>
            <a:stCxn id="150" idx="3"/>
            <a:endCxn id="152" idx="0"/>
          </p:cNvCxnSpPr>
          <p:nvPr/>
        </p:nvCxnSpPr>
        <p:spPr>
          <a:xfrm>
            <a:off x="5634000" y="1613863"/>
            <a:ext cx="1224000" cy="957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test de </a:t>
            </a:r>
            <a:r>
              <a:rPr lang="es"/>
              <a:t>integración</a:t>
            </a:r>
            <a:r>
              <a:rPr lang="es"/>
              <a:t>:</a:t>
            </a:r>
            <a:endParaRPr/>
          </a:p>
        </p:txBody>
      </p:sp>
      <p:pic>
        <p:nvPicPr>
          <p:cNvPr id="160" name="Google Shape;160;p24" title="Screenshot from 2025-04-22 14-52-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086" y="2644600"/>
            <a:ext cx="5677788" cy="21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 title="Screenshot from 2025-04-22 14-54-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0650"/>
            <a:ext cx="4121321" cy="14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1: 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0" y="607800"/>
            <a:ext cx="9144000" cy="45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Vas a crear una pequeña API con Flask que permita calcular el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monto final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una inversión usando la fórmula del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interés compuesto con capitalización anual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Luego, deberás escribir: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unitarios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verificar que la función de cálculo funciona correctamente.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de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verificar que la API responde de manera esperada ante distintas solicitudes.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Fórmula del interés compuesto anual: monto_final = capital_inicial * (1+tasa)^años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Ruta /interes (método POST)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Recibir parametros por body y devolver el monto_final por body en formato json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2: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0" y="607800"/>
            <a:ext cx="9144000" cy="42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huella de carbono se refiere a la cantidad de CO₂ que emite una persona por sus actividades. En este ejercicio, consideramos solo el transporte</a:t>
            </a:r>
            <a:r>
              <a:rPr lang="e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Supongamos la siguiente </a:t>
            </a:r>
            <a:r>
              <a:rPr lang="es"/>
              <a:t>fórmula</a:t>
            </a:r>
            <a:r>
              <a:rPr lang="es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huella_anual = kms_diarios * emision_por_km* dias_por_semana * 52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emision_por_km con valores menores a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Requisitos: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calcular_huella(transporte, kms_diarios, dias_por_semana)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el endpoint /huella (post)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Recibir por body los valores en formato json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Devolver la huella_anual en la respuesta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Crear test unitarios y de </a:t>
            </a:r>
            <a:r>
              <a:rPr lang="es"/>
              <a:t>integración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Test con postman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Existe la posibilidad de hacer test automatizados con la herramienta postman (</a:t>
            </a:r>
            <a:r>
              <a:rPr lang="es"/>
              <a:t>también</a:t>
            </a:r>
            <a:r>
              <a:rPr lang="es"/>
              <a:t> con insomnia)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Estos test puede correrse de forma individual o en conjunto para validar que nuestra api funcione correctamente.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También</a:t>
            </a:r>
            <a:r>
              <a:rPr lang="es"/>
              <a:t> se pueden setear variables de entorno para hacer request con </a:t>
            </a:r>
            <a:r>
              <a:rPr lang="es"/>
              <a:t>información</a:t>
            </a:r>
            <a:r>
              <a:rPr lang="es"/>
              <a:t> predeterminada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pm.test("Status code is 200", () =&gt; {</a:t>
            </a:r>
            <a:endParaRPr b="1" i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/>
              <a:t>    pm.response.to.have.status(200);</a:t>
            </a:r>
            <a:endParaRPr b="1" i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s"/>
              <a:t>});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